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2025년 크리스마스는 단순한 공휴일을 넘어 100년 만에 찾아오는 '쿼드러플 크리스마스'라는 상징적 의미를 지닙니다. 2025년 12월 25일 12시 25분 25초에 숫자 '25'가 네 번 반복되는 독특한 조합이 완성되기 때문입니다. 이에 따라 전국 각지에서는 그 어느 때보다 화려하고 다채로운 행사와 마켓이 기획되어 방문객들을 맞이할 준비를 마쳤습니다. 서울의 도심 대형 마켓부터 부산의 바다 전망 트리, 그리고 지방의 이색적인 산타 마을까지 풍성한 볼거리가 제공될 예정입니다. 이번 가이드는 가족, 연인, 친구는 물론 혼자서도 즐길 수 있는 최고의 연말 명소들을 체계적으로 정리하여 제안합니다.</a:t>
            </a:r>
          </a:p>
          <a:p>
            <a:pPr>
              <a:defRPr sz="1800"/>
            </a:pPr>
            <a:r>
              <a:t>• 100년 만에 돌아온 특별한 시간: 2025년 12월 25일 12시 25분 25초에 숫자 25가 반복되는 역사적인 쿼드러플 크리스마스의 도래임.</a:t>
            </a:r>
          </a:p>
          <a:p>
            <a:pPr>
              <a:defRPr sz="1800"/>
            </a:pPr>
            <a:r>
              <a:t>• 전국적 규모의 축제 분위기 조성: 수도권 대형 테마파크와 백화점뿐만 아니라 지방 도시들까지 가세한 역대급 규모의 연말 축제 분위기 형성임.</a:t>
            </a:r>
          </a:p>
          <a:p>
            <a:pPr>
              <a:defRPr sz="1800"/>
            </a:pPr>
            <a:r>
              <a:t>• 다양한 방문객 맞춤형 테마 제공: 가족 단위 체험족, 연인들의 데이트 코스, MZ세대의 인증샷 명소 등 타겟별로 세분화된 프로그램의 운영임.</a:t>
            </a:r>
          </a:p>
          <a:p>
            <a:pPr>
              <a:defRPr sz="1800"/>
            </a:pPr>
            <a:r>
              <a:t>• 도심과 자연이 어우러진 명소 배치: 광화문광장 같은 도심 한복판 마켓부터 부산 해운대 바닷가까지 지리적 특성을 살린 다채로운 장소의 선정임.</a:t>
            </a:r>
          </a:p>
          <a:p>
            <a:pPr>
              <a:defRPr sz="1800"/>
            </a:pPr>
            <a:r>
              <a:t>• 체험과 구매가 결합된 복합 문화 행사: 단순히 보는 것을 넘어 핸드메이드 소품 구매와 맛있는 먹거리를 동시에 즐기는 복합적 축제 형태의 지향임.</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광화문 마켓은 서울을 대표하는 도심형 축제로, 올해로 4회차를 맞이하며 더욱 화려해진 '겨울동화 속 산타마을' 컨셉으로 운영됩니다. 작년에만 164만 명이 방문할 정도로 큰 인기를 끌었으며, 올해는 14m~15m에 달하는 대형 트리와 루돌프 회전목마가 설치됩니다. 12월 12일부터 31일까지 진행되는 이 마켓은 별도의 입장료나 예약 없이 누구나 무료로 즐길 수 있다는 점이 큰 장점입니다. 특히 108개 팀의 소상공인이 참여하여 다양한 시즌 소품과 수공예품을 선보입니다.</a:t>
            </a:r>
          </a:p>
          <a:p>
            <a:pPr>
              <a:defRPr sz="1800"/>
            </a:pPr>
            <a:r>
              <a:t>| 항목 | 상세 정보 | 비고 |</a:t>
            </a:r>
          </a:p>
          <a:p>
            <a:pPr>
              <a:defRPr sz="1800"/>
            </a:pPr>
            <a:r>
              <a:t>| :--- | :--- | :--- |</a:t>
            </a:r>
          </a:p>
          <a:p>
            <a:pPr>
              <a:defRPr sz="1800"/>
            </a:pPr>
            <a:r>
              <a:t>| 행사명 | 2025 광화문마켓 산타마을 | 서울관광재단 주관 |</a:t>
            </a:r>
          </a:p>
          <a:p>
            <a:pPr>
              <a:defRPr sz="1800"/>
            </a:pPr>
            <a:r>
              <a:t>| 일정 | 2025.12.12 ~ 12.31 | 총 20일간 운영 |</a:t>
            </a:r>
          </a:p>
          <a:p>
            <a:pPr>
              <a:defRPr sz="1800"/>
            </a:pPr>
            <a:r>
              <a:t>| 시간 | 18:00 ~ 22:00 | 금~일은 22:00까지 연장 |</a:t>
            </a:r>
          </a:p>
          <a:p>
            <a:pPr>
              <a:defRPr sz="1800"/>
            </a:pPr>
            <a:r>
              <a:t>| 장소 | 광화문광장 일대 | 세종로 일대 변신 |</a:t>
            </a:r>
          </a:p>
          <a:p>
            <a:pPr>
              <a:defRPr sz="1800"/>
            </a:pPr>
            <a:r>
              <a:t>| 규모 | 108개 팀 소상공인 참여 | 역대급 판매 부스 |</a:t>
            </a:r>
          </a:p>
          <a:p>
            <a:pPr>
              <a:defRPr sz="1800"/>
            </a:pPr>
            <a:r>
              <a:t>• 유럽풍 산타마을의 완벽한 재현: 광화문광장을 거대한 산타마을로 변모시켜 유럽 현지의 크리스마스 마켓 분위기를 도심 속에서 연출함.</a:t>
            </a:r>
          </a:p>
          <a:p>
            <a:pPr>
              <a:defRPr sz="1800"/>
            </a:pPr>
            <a:r>
              <a:t>• 대형 상징물 중심의 포토존 강화: 14m 이상의 대형 크리스마스트리와 루돌프가 이끄는 회전목마를 설치하여 방문객들에게 시각적 즐거움 제공임.</a:t>
            </a:r>
          </a:p>
          <a:p>
            <a:pPr>
              <a:defRPr sz="1800"/>
            </a:pPr>
            <a:r>
              <a:t>• 소상공인과의 상생을 담은 마켓 구성: 수공예품과 시즌 소품 등 108개 팀이 준비한 정성 어린 상품들을 만나볼 수 있는 따뜻한 장터 운영임.</a:t>
            </a:r>
          </a:p>
          <a:p>
            <a:pPr>
              <a:defRPr sz="1800"/>
            </a:pPr>
            <a:r>
              <a:t>• 기간별 시즌제의 전략적 운영: 12월 12일부터 31일까지 총 세 차례의 시즌으로 나누어 운영하며 각 기간별로 새로운 재미를 부여함.</a:t>
            </a:r>
          </a:p>
          <a:p>
            <a:pPr>
              <a:defRPr sz="1800"/>
            </a:pPr>
            <a:r>
              <a:t>• 누구나 참여 가능한 열린 축제: 사전 예약이나 입장료 부담 없이 광장을 찾는 모든 이가 자유롭게 관람하고 체험할 수 있는 개방형 행사임.</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여의도 더현대 서울 5층 사운즈 포레스트에 마련된 '해리 상점'은 매년 가장 치열한 예약 경쟁을 자랑하는 명소입니다. 올해는 산타를 대신해 선물을 준비하는 곰돌이 '해리'의 크리스마스 공방을 테마로 꾸며졌습니다. 거대한 트리와 서커스 텐트 컨셉의 움직이는 조형물들이 아이들과 성인 모두의 동심을 자극합니다. 네이버 예약을 통한 사전 예약이 필수적이지만, 현장 QR 웨이팅을 통해서도 입장이 가능하며 폐점 직전 시간대가 비교적 한산합니다.</a:t>
            </a:r>
          </a:p>
          <a:p>
            <a:pPr>
              <a:defRPr sz="1800"/>
            </a:pPr>
            <a:r>
              <a:t>[시각화: 더현대 서울 크리스마스 빌리지 구조]</a:t>
            </a:r>
          </a:p>
          <a:p>
            <a:pPr>
              <a:defRPr sz="1800"/>
            </a:pPr>
            <a:r>
              <a:t>(사운즈 포레스트 5F)</a:t>
            </a:r>
          </a:p>
          <a:p>
            <a:pPr>
              <a:defRPr sz="1800"/>
            </a:pPr>
            <a:r>
              <a:t>+------------------------------------------+</a:t>
            </a:r>
          </a:p>
          <a:p>
            <a:pPr>
              <a:defRPr sz="1800"/>
            </a:pPr>
            <a:r>
              <a:t>|      [입구: 예약 확인 및 QR 등록]         |</a:t>
            </a:r>
          </a:p>
          <a:p>
            <a:pPr>
              <a:defRPr sz="1800"/>
            </a:pPr>
            <a:r>
              <a:t>|                   |                      |</a:t>
            </a:r>
          </a:p>
          <a:p>
            <a:pPr>
              <a:defRPr sz="1800"/>
            </a:pPr>
            <a:r>
              <a:t>|   [해리 곰인형 존] --- [메인 대형 트리]    |</a:t>
            </a:r>
          </a:p>
          <a:p>
            <a:pPr>
              <a:defRPr sz="1800"/>
            </a:pPr>
            <a:r>
              <a:t>|          |                |              |</a:t>
            </a:r>
          </a:p>
          <a:p>
            <a:pPr>
              <a:defRPr sz="1800"/>
            </a:pPr>
            <a:r>
              <a:t>|   [크리스마스 공방] --- [오너먼트 마켓]    |</a:t>
            </a:r>
          </a:p>
          <a:p>
            <a:pPr>
              <a:defRPr sz="1800"/>
            </a:pPr>
            <a:r>
              <a:t>+------------------------------------------+</a:t>
            </a:r>
          </a:p>
          <a:p>
            <a:pPr>
              <a:defRPr sz="1800"/>
            </a:pPr>
            <a:r>
              <a:t>• 해리 곰돌이 테마의 동화적 공간: 산타의 조력자인 해리의 여정을 담은 머그컵과 시그니처 인형 등으로 꾸며진 감성적인 크리스마스 공방임.</a:t>
            </a:r>
          </a:p>
          <a:p>
            <a:pPr>
              <a:defRPr sz="1800"/>
            </a:pPr>
            <a:r>
              <a:t>• 역동적인 서커스 컨셉 조형물: 천장에 설치된 대형 트리와 함께 움직이는 서커스 텐트 형태의 장식물이 선사하는 환상적인 볼거리임.</a:t>
            </a:r>
          </a:p>
          <a:p>
            <a:pPr>
              <a:defRPr sz="1800"/>
            </a:pPr>
            <a:r>
              <a:t>• 실내 공간 활용의 극대화: 추운 겨울 날씨에 구애받지 않고 따뜻한 실내에서 쇼핑과 식사, 관람을 원스톱으로 즐길 수 있는 편의성임.</a:t>
            </a:r>
          </a:p>
          <a:p>
            <a:pPr>
              <a:defRPr sz="1800"/>
            </a:pPr>
            <a:r>
              <a:t>• 치열한 사전 예약 시스템 운영: 네이버 예약을 통해 진행되며 1차 예약 오픈 시 수분 만에 마감될 정도의 압도적인 대중적 인기임.</a:t>
            </a:r>
          </a:p>
          <a:p>
            <a:pPr>
              <a:defRPr sz="1800"/>
            </a:pPr>
            <a:r>
              <a:t>• 현장 방문객을 위한 웨이팅 전략: 사전 예약에 실패하더라도 현장 QR 등록이나 폐점 직전 한산한 시간대를 노려 입장할 수 있는 기회 제공임.</a:t>
            </a:r>
          </a:p>
        </p:txBody>
      </p:sp>
      <p:sp>
        <p:nvSpPr>
          <p:cNvPr id="3" name="Content Placeholder 2"/>
          <p:cNvSpPr>
            <a:spLocks noGrp="1"/>
          </p:cNvSpPr>
          <p:nvPr>
            <p:ph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잠실 롯데월드타워 월드파크 앞마당은 매년 대형 크리스마스 트리와 마켓 부스로 화려하게 꾸며집니다. 올해는 2층 규모의 회전목마인 '메리 고 라운드'와 함께 아기자기한 소품, 디저트, 와인을 판매하는 마켓이 들어섭니다. 특히 매일 정해진 시간에 인공 눈이 내리는 이벤트와 트리 점등 쇼가 열려 로맨틱한 분위기를 극대화합니다. 입장 정책은 시간대에 따라 유료와 무료로 나뉘며, 대기 없이 입장 가능한 패스트패스권도 운영됩니다.</a:t>
            </a:r>
          </a:p>
          <a:p>
            <a:pPr>
              <a:defRPr sz="1800"/>
            </a:pPr>
            <a:r>
              <a:t>| 항목 | 내용 | 비고 |</a:t>
            </a:r>
          </a:p>
          <a:p>
            <a:pPr>
              <a:defRPr sz="1800"/>
            </a:pPr>
            <a:r>
              <a:t>| :--- | :--- | :--- |</a:t>
            </a:r>
          </a:p>
          <a:p>
            <a:pPr>
              <a:defRPr sz="1800"/>
            </a:pPr>
            <a:r>
              <a:t>| 운영 기간 | 2025.11.20 ~ 2026.01.04 | 연초까지 장기 운영 |</a:t>
            </a:r>
          </a:p>
          <a:p>
            <a:pPr>
              <a:defRPr sz="1800"/>
            </a:pPr>
            <a:r>
              <a:t>| 주요 볼거리 | 대형 트리, 2층 회전목마 | 메리 고 라운드 인기 |</a:t>
            </a:r>
          </a:p>
          <a:p>
            <a:pPr>
              <a:defRPr sz="1800"/>
            </a:pPr>
            <a:r>
              <a:t>| 눈 내리는 시간 | 13:00, 15:00, 17:30, 19:00, 20:30 | 매일 5회 진행 |</a:t>
            </a:r>
          </a:p>
          <a:p>
            <a:pPr>
              <a:defRPr sz="1800"/>
            </a:pPr>
            <a:r>
              <a:t>| 트리 점등 | 17:30, 19:00, 20:30 | 매일 3회 쇼 진행 |</a:t>
            </a:r>
          </a:p>
          <a:p>
            <a:pPr>
              <a:defRPr sz="1800"/>
            </a:pPr>
            <a:r>
              <a:t>| 입장료 | 16시 이전 무료 / 이후 5,000원 | 패스트패스 10,000원 |</a:t>
            </a:r>
          </a:p>
          <a:p>
            <a:pPr>
              <a:defRPr sz="1800"/>
            </a:pPr>
            <a:r>
              <a:t>• 야외 광장의 로맨틱한 변신: 롯데월드타워 앞 넓은 잔디마당을 크리스마스 감성 가득한 유러피안 마켓 빌리지로 완벽하게 구축함.</a:t>
            </a:r>
          </a:p>
          <a:p>
            <a:pPr>
              <a:defRPr sz="1800"/>
            </a:pPr>
            <a:r>
              <a:t>• 인공 눈 이벤트의 감성적 연출: 매일 오후부터 밤까지 총 5회에 걸쳐 펑펑 내리는 눈을 맞으며 화이트 크리스마스 분위기 만끽임.</a:t>
            </a:r>
          </a:p>
          <a:p>
            <a:pPr>
              <a:defRPr sz="1800"/>
            </a:pPr>
            <a:r>
              <a:t>• 회전목마를 통한 동심 자극: 화려한 조명이 빛나는 2층 높이의 회전목마를 직접 탑승하거나 배경으로 사진을 찍을 수 있는 명소임.</a:t>
            </a:r>
          </a:p>
          <a:p>
            <a:pPr>
              <a:defRPr sz="1800"/>
            </a:pPr>
            <a:r>
              <a:t>• 차별화된 입장권 운영 체계: 오후 4시를 기준으로 무료와 유료 입장을 나누고 대기 최소화를 위한 패스트패스를 도입한 효율적 운영임.</a:t>
            </a:r>
          </a:p>
          <a:p>
            <a:pPr>
              <a:defRPr sz="1800"/>
            </a:pPr>
            <a:r>
              <a:t>• 인근 관광 인프라와의 연계성: 롯데월드 어드벤처, 시그니엘 서울, 석촌호수 등 주변 명소와 함께 하루 코스로 즐기기 좋은 위치임.</a:t>
            </a:r>
          </a:p>
        </p:txBody>
      </p:sp>
      <p:sp>
        <p:nvSpPr>
          <p:cNvPr id="3" name="Content Placeholder 2"/>
          <p:cNvSpPr>
            <a:spLocks noGrp="1"/>
          </p:cNvSpPr>
          <p:nvPr>
            <p:ph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부산 기장의 빌라 드 아난티는 호텔 투숙객이 아니더라도 누구나 관람할 수 있는 화려한 크리스마스 빌리지를 운영합니다. 지스퀘어 잔디마당에 펼쳐진 트리 숲은 낮과 밤 모두 아름다우며, 특히 정해진 시간에 눈이 뿜어져 나오는 이벤트가 백미입니다. 한편, 부산의 전통적인 명소인 남포동 광복로에서는 대형 트리와 조명 터널, 거리 공연이 어우러진 겨울빛 트리 축제가 11월 15일부터 내년 초까지 이어집니다.</a:t>
            </a:r>
          </a:p>
          <a:p>
            <a:pPr>
              <a:defRPr sz="1800"/>
            </a:pPr>
            <a:r>
              <a:t>| 명소 | 특징 | 주요 이벤트 |</a:t>
            </a:r>
          </a:p>
          <a:p>
            <a:pPr>
              <a:defRPr sz="1800"/>
            </a:pPr>
            <a:r>
              <a:t>| :--- | :--- | :--- |</a:t>
            </a:r>
          </a:p>
          <a:p>
            <a:pPr>
              <a:defRPr sz="1800"/>
            </a:pPr>
            <a:r>
              <a:t>| 빌라 드 아난티 | 영화 속 마을 같은 분위기 | 정해진 시간 눈 내림 이벤트 |</a:t>
            </a:r>
          </a:p>
          <a:p>
            <a:pPr>
              <a:defRPr sz="1800"/>
            </a:pPr>
            <a:r>
              <a:t>| 남포동 광복로 | 접근성 좋은 도심 축제 | 트리 점등 및 거리 퍼레이드 |</a:t>
            </a:r>
          </a:p>
          <a:p>
            <a:pPr>
              <a:defRPr sz="1800"/>
            </a:pPr>
            <a:r>
              <a:t>• 영화 속 크리스마스 마을의 구현: 빌라 드 아난티 내부에 화려하게 꾸며진 트리 빌리지를 통해 마치 영화 속 한 장면으로 들어온 기분임.</a:t>
            </a:r>
          </a:p>
          <a:p>
            <a:pPr>
              <a:defRPr sz="1800"/>
            </a:pPr>
            <a:r>
              <a:t>• 인공 눈이 내리는 화이트 타임: 기장의 따뜻한 날씨 속에서도 한방눈이 쏟아지는 시간을 운영하여 겨울의 낭만을 시각적으로 극대화함.</a:t>
            </a:r>
          </a:p>
          <a:p>
            <a:pPr>
              <a:defRPr sz="1800"/>
            </a:pPr>
            <a:r>
              <a:t>• 메인 트리 앞의 질서 있는 관람: 가장 큰 트리 앞에서는 대기 줄을 서서 사진을 찍는 등 방문객들이 질서를 지키며 추억을 남김.</a:t>
            </a:r>
          </a:p>
          <a:p>
            <a:pPr>
              <a:defRPr sz="1800"/>
            </a:pPr>
            <a:r>
              <a:t>• 남포동의 역사 깊은 트리 축제: 오랜 전통을 자랑하는 광복로 트리 축제를 통해 화려한 조명 터널과 대형 트리의 장관을 감상함.</a:t>
            </a:r>
          </a:p>
          <a:p>
            <a:pPr>
              <a:defRPr sz="1800"/>
            </a:pPr>
            <a:r>
              <a:t>• 거리 공연과 퍼레이드의 즐거움: 축제 기간 중 주말마다 열리는 퍼레이드와 곳곳에서 펼쳐지는 버스킹 공연으로 축제 흥을 돋움.</a:t>
            </a:r>
          </a:p>
        </p:txBody>
      </p:sp>
      <p:sp>
        <p:nvSpPr>
          <p:cNvPr id="3" name="Content Placeholder 2"/>
          <p:cNvSpPr>
            <a:spLocks noGrp="1"/>
          </p:cNvSpPr>
          <p:nvPr>
            <p:ph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광안리는 매주 토요일 저녁 열리는 드론 라이트 쇼로 겨울 밤하늘을 수놓습니다. 크리스마스 시즌에는 700대에서 최대 2,000대의 드론을 동원한 특별 공연이 펼쳐져 광안대교와 함께 장관을 연출합니다. 해운대 센텀시티의 영화의전당에서는 1만 평 규모의 '크리스마스 빌리지'가 조성되어 대규모 트리와 일루미네이션을 선보입니다. 실내외가 결합된 구조 덕분에 추위를 피하며 마켓 부스 조명 아래에서 인생샷을 남기기에 최적입니다.</a:t>
            </a:r>
          </a:p>
          <a:p>
            <a:pPr>
              <a:defRPr sz="1800"/>
            </a:pPr>
            <a:r>
              <a:t>[시각화: 부산 크리스마스 명소 추천 코스]</a:t>
            </a:r>
          </a:p>
          <a:p>
            <a:pPr>
              <a:defRPr sz="1800"/>
            </a:pPr>
            <a:r>
              <a:t>1. [영화의전당: 크리스마스 빌리지] (1만 평 규모 산타마을)</a:t>
            </a:r>
          </a:p>
          <a:p>
            <a:pPr>
              <a:defRPr sz="1800"/>
            </a:pPr>
            <a:r>
              <a:t>        ↓ (도보/차량 이동)</a:t>
            </a:r>
          </a:p>
          <a:p>
            <a:pPr>
              <a:defRPr sz="1800"/>
            </a:pPr>
            <a:r>
              <a:t>2. [밀락더마켓: 복합문화공간] (크리스마스 굿즈 &amp; 음식)</a:t>
            </a:r>
          </a:p>
          <a:p>
            <a:pPr>
              <a:defRPr sz="1800"/>
            </a:pPr>
            <a:r>
              <a:t>        ↓ (해변 산책)</a:t>
            </a:r>
          </a:p>
          <a:p>
            <a:pPr>
              <a:defRPr sz="1800"/>
            </a:pPr>
            <a:r>
              <a:t>3. [광안리 해변: 드론 라이트쇼] (700~2,000대 드론 쇼)</a:t>
            </a:r>
          </a:p>
          <a:p>
            <a:pPr>
              <a:defRPr sz="1800"/>
            </a:pPr>
            <a:r>
              <a:t>• 밤하늘을 수놓는 드론의 향연: 전국 최초 상설 드론 쇼를 통해 크리스마스 테마의 거대한 형상들이 광안리 바다 위를 장식하는 모습임.</a:t>
            </a:r>
          </a:p>
          <a:p>
            <a:pPr>
              <a:defRPr sz="1800"/>
            </a:pPr>
            <a:r>
              <a:t>• 초대형 규모의 산타 마을 조성: 영화의전당 넓은 부지를 활용하여 이국적인 분위기의 대형 트리와 조명을 배치한 빌리지 운영임.</a:t>
            </a:r>
          </a:p>
          <a:p>
            <a:pPr>
              <a:defRPr sz="1800"/>
            </a:pPr>
            <a:r>
              <a:t>• 실내외 복합 구조의 관람 편의: 추운 겨울바람을 피해 실내에서도 축제 분위기를 즐길 수 있도록 배려한 공간 설계와 부스 배치임.</a:t>
            </a:r>
          </a:p>
          <a:p>
            <a:pPr>
              <a:defRPr sz="1800"/>
            </a:pPr>
            <a:r>
              <a:t>• 복합문화공간에서의 감성 충전: 밀락더마켓과 같은 트렌디한 장소에서 DJ 공연과 크리스마스 굿즈 쇼핑을 동시에 해결하는 즐거움임.</a:t>
            </a:r>
          </a:p>
          <a:p>
            <a:pPr>
              <a:defRPr sz="1800"/>
            </a:pPr>
            <a:r>
              <a:t>• 바다와 빛의 환상적인 조화: 해운대 빛축제와 연계하여 겨울 바다를 배경으로 펼쳐지는 화려한 조명 예술을 만끽할 수 있는 코스임.</a:t>
            </a:r>
          </a:p>
        </p:txBody>
      </p:sp>
      <p:sp>
        <p:nvSpPr>
          <p:cNvPr id="3" name="Content Placeholder 2"/>
          <p:cNvSpPr>
            <a:spLocks noGrp="1"/>
          </p:cNvSpPr>
          <p:nvPr>
            <p:ph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경기도 용인의 에버랜드는 '블링블링 X-Mas 퍼레이드'와 대형 트리, 불꽃놀이를 통해 완성형 크리스마스를 선보입니다. 포시즌스가든 전체가 따뜻한 조명으로 물들며 동화 같은 풍경을 선사합니다. 과천 서울랜드는 '메리 매일 크리스마스' 축제를 통해 8m 규모의 산타 벌룬과 크리스마스 마켓을 운영합니다. 주말 저녁에는 레이저쇼와 고밀도 불꽃 쇼가 결합된 '크리스마스 불꽃 판타지'가 열려 방문객들의 시선을 압도합니다.</a:t>
            </a:r>
          </a:p>
          <a:p>
            <a:pPr>
              <a:defRPr sz="1800"/>
            </a:pPr>
            <a:r>
              <a:t>| 테마파크 | 주요 특징 | 추천 활동 |</a:t>
            </a:r>
          </a:p>
          <a:p>
            <a:pPr>
              <a:defRPr sz="1800"/>
            </a:pPr>
            <a:r>
              <a:t>| :--- | :--- | :--- |</a:t>
            </a:r>
          </a:p>
          <a:p>
            <a:pPr>
              <a:defRPr sz="1800"/>
            </a:pPr>
            <a:r>
              <a:t>| 에버랜드 | 포시즌스가든 라이트업 | 야간 퍼레이드 관람, 불꽃놀이 |</a:t>
            </a:r>
          </a:p>
          <a:p>
            <a:pPr>
              <a:defRPr sz="1800"/>
            </a:pPr>
            <a:r>
              <a:t>| 서울랜드 | 크리스마스 마켓 &amp; 불멍존 | 불꽃 판타지 관람, 가래떡 구이 |</a:t>
            </a:r>
          </a:p>
          <a:p>
            <a:pPr>
              <a:defRPr sz="1800"/>
            </a:pPr>
            <a:r>
              <a:t>• 동화 속 퍼레이드의 생동감: 산타, 루돌프, 요정들이 등장하는 화려한 행진과 눈 내리는 효과가 어우러진 퍼레이드의 감동임.</a:t>
            </a:r>
          </a:p>
          <a:p>
            <a:pPr>
              <a:defRPr sz="1800"/>
            </a:pPr>
            <a:r>
              <a:t>• 포시즌스가든의 화려한 변신: 정원 전체를 메운 트리와 선물 박스 조형물이 밤이 되면 노란빛과 초록빛 조명으로 반짝이는 장관임.</a:t>
            </a:r>
          </a:p>
          <a:p>
            <a:pPr>
              <a:defRPr sz="1800"/>
            </a:pPr>
            <a:r>
              <a:t>• 밤하늘을 장식하는 불꽃 쇼: 주말 저녁 고밀도 불꽃과 레이저가 어우러진 대규모 쇼를 통해 크리스마스 축제의 정점을 찍는 경험임.</a:t>
            </a:r>
          </a:p>
          <a:p>
            <a:pPr>
              <a:defRPr sz="1800"/>
            </a:pPr>
            <a:r>
              <a:t>• 체험형 크리스마스 마켓의 재미: 서울랜드 내 마켓에서 관련 물품을 사고 불멍존에서 간식을 구워 먹는 등 오감을 만족시키는 활동임.</a:t>
            </a:r>
          </a:p>
          <a:p>
            <a:pPr>
              <a:defRPr sz="1800"/>
            </a:pPr>
            <a:r>
              <a:t>• 하루 종일 즐기는 풀데이 코스: 낮에는 놀이기구와 체험 시설을 이용하고 밤에는 야경과 쇼를 즐기는 알찬 겨울 나들이 일정임.</a:t>
            </a:r>
          </a:p>
        </p:txBody>
      </p:sp>
      <p:sp>
        <p:nvSpPr>
          <p:cNvPr id="3" name="Content Placeholder 2"/>
          <p:cNvSpPr>
            <a:spLocks noGrp="1"/>
          </p:cNvSpPr>
          <p:nvPr>
            <p:ph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용인 한국민속촌은 '조선의 산타왕'이라는 독특한 설정을 가진 '킹받는 크리스마스' 축제를 개최합니다. 전통 한옥과 서양의 크리스마스 이미지가 결합된 이색 포토존과 체험 프로그램이 MZ세대의 인증샷 욕구를 자극합니다. 이천의 시몬스 테라스는 가구 브랜드 쇼룸을 넘어 대형 트리 명소로 자리 잡았습니다. 최대 8m 높이의 트리와 함께 테라스에 불시착한 듯한 UFO 조형물이 설치되어 독특하고 세련된 연말 분위기를 연출합니다.</a:t>
            </a:r>
          </a:p>
          <a:p>
            <a:pPr>
              <a:defRPr sz="1800"/>
            </a:pPr>
            <a:r>
              <a:t>| 명소 | 컨셉 | 특징 |</a:t>
            </a:r>
          </a:p>
          <a:p>
            <a:pPr>
              <a:defRPr sz="1800"/>
            </a:pPr>
            <a:r>
              <a:t>| :--- | :--- | :--- |</a:t>
            </a:r>
          </a:p>
          <a:p>
            <a:pPr>
              <a:defRPr sz="1800"/>
            </a:pPr>
            <a:r>
              <a:t>| 한국민속촌 | 조선의 크리스마스 | 한옥과 산타의 이색 조화 |</a:t>
            </a:r>
          </a:p>
          <a:p>
            <a:pPr>
              <a:defRPr sz="1800"/>
            </a:pPr>
            <a:r>
              <a:t>| 시몬스 테라스 | 복합문화공간 연말 스팟 | 대형 트리와 UFO 조형물 |</a:t>
            </a:r>
          </a:p>
          <a:p>
            <a:pPr>
              <a:defRPr sz="1800"/>
            </a:pPr>
            <a:r>
              <a:t>• 전통과 현대의 파격적인 만남: 한옥 마을을 배경으로 산타 모자를 쓴 캐릭터들이 등장하여 전통문화와 서양 축제를 결합한 신선함임.</a:t>
            </a:r>
          </a:p>
          <a:p>
            <a:pPr>
              <a:defRPr sz="1800"/>
            </a:pPr>
            <a:r>
              <a:t>• MZ세대를 겨냥한 참여형 콘텐츠: 전하가 직접 답장하는 크리스마스 편지 등 SNS에 공유하기 좋은 흥미로운 체험형 프로그램의 운영임.</a:t>
            </a:r>
          </a:p>
          <a:p>
            <a:pPr>
              <a:defRPr sz="1800"/>
            </a:pPr>
            <a:r>
              <a:t>• 브랜드 쇼룸의 문화적 재해석: 시몬스 테라스처럼 제품 구매보다 공간 경험과 사진 촬영을 위해 방문하게 만드는 공간 마케팅의 성공임.</a:t>
            </a:r>
          </a:p>
          <a:p>
            <a:pPr>
              <a:defRPr sz="1800"/>
            </a:pPr>
            <a:r>
              <a:t>• 대형 트리를 배경으로 한 인생샷: 8m 높이의 메인 트리를 포함한 6개의 트리가 세워진 광장에서 찍는 세련된 야간 사진의 매력임.</a:t>
            </a:r>
          </a:p>
          <a:p>
            <a:pPr>
              <a:defRPr sz="1800"/>
            </a:pPr>
            <a:r>
              <a:t>• 무료 입장으로 즐기는 고품격 야경: 입장료 부담 없이 방문하여 잘 가꾸어진 조명 장식과 전시를 관람할 수 있는 도심 근교 힐링지임.</a:t>
            </a:r>
          </a:p>
        </p:txBody>
      </p:sp>
      <p:sp>
        <p:nvSpPr>
          <p:cNvPr id="3" name="Content Placeholder 2"/>
          <p:cNvSpPr>
            <a:spLocks noGrp="1"/>
          </p:cNvSpPr>
          <p:nvPr>
            <p:ph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겨울밤의 어두움을 밝히는 빛축제는 연말 데이트와 나들이의 필수 코스입니다. 서울빛초롱축제는 12월 12일부터 청계천 일대를 아름다운 빛 조형물로 가득 채우며, 우이천까지 확대 운영됩니다. 동대문 DDP에서는 외벽 전체를 스크린으로 활용하는 대규모 미디어 파사드 공연인 '서울 라이트'가 펼쳐집니다. 경기도 구리시의 장자호수공원에서는 무료로 운영되는 빛축제가 열려 네온 숲길과 대형 마스코트 조형물을 감상하며 가벼운 산책을 즐기기에 좋습니다.</a:t>
            </a:r>
          </a:p>
          <a:p>
            <a:pPr>
              <a:defRPr sz="1800"/>
            </a:pPr>
            <a:r>
              <a:t>[시각화: 서울/수도권 주요 빛축제 분포]</a:t>
            </a:r>
          </a:p>
          <a:p>
            <a:pPr>
              <a:defRPr sz="1800"/>
            </a:pPr>
            <a:r>
              <a:t>• [광화문/청계천]: 서울빛초롱축제 &amp; 빛의 거리</a:t>
            </a:r>
          </a:p>
          <a:p>
            <a:pPr>
              <a:defRPr sz="1800"/>
            </a:pPr>
            <a:r>
              <a:t>• [동대문 DDP]: 대규모 미디어 파사드 쇼</a:t>
            </a:r>
          </a:p>
          <a:p>
            <a:pPr>
              <a:defRPr sz="1800"/>
            </a:pPr>
            <a:r>
              <a:t>• [구리 장자호수]: 네온 숲길 &amp; 무료 야간 산책</a:t>
            </a:r>
          </a:p>
          <a:p>
            <a:pPr>
              <a:defRPr sz="1800"/>
            </a:pPr>
            <a:r>
              <a:t>• [시흥 아울렛]: 유러피안 마켓 &amp; 캐릭터 조형물</a:t>
            </a:r>
          </a:p>
          <a:p>
            <a:pPr>
              <a:defRPr sz="1800"/>
            </a:pPr>
            <a:r>
              <a:t>• 청계천의 물결과 빛의 조화: 도심 하천을 따라 설치된 다양한 형태의 초롱불과 조형물이 만드는 환상적인 야간 산책로의 조성임.</a:t>
            </a:r>
          </a:p>
          <a:p>
            <a:pPr>
              <a:defRPr sz="1800"/>
            </a:pPr>
            <a:r>
              <a:t>• 첨단 기술을 활용한 미디어 예술: DDP의 독특한 건축물 외벽에 투사되는 화려한 영상 쇼를 통해 현대적인 빛의 아름다움을 체감함.</a:t>
            </a:r>
          </a:p>
          <a:p>
            <a:pPr>
              <a:defRPr sz="1800"/>
            </a:pPr>
            <a:r>
              <a:t>• 지역 주민과 함께하는 무료 축제: 구리 빛축제처럼 별도의 비용 없이 공원을 이용하며 예술적인 조명을 감상할 수 있는 공공 행사의 운영임.</a:t>
            </a:r>
          </a:p>
          <a:p>
            <a:pPr>
              <a:defRPr sz="1800"/>
            </a:pPr>
            <a:r>
              <a:t>• 캐릭터와의 협업을 통한 재미: 시흥 프리미엄 아울렛 등에서 쿠키런과 같은 인기 캐릭터와 빛 장식을 결합해 아이들의 호응 유도임.</a:t>
            </a:r>
          </a:p>
          <a:p>
            <a:pPr>
              <a:defRPr sz="1800"/>
            </a:pPr>
            <a:r>
              <a:t>• 접근성 좋은 도심 속 휴식처: 지하철역 인근이나 주요 쇼핑몰 주변에서 열려 직장인이나 가족들이 퇴근 후 쉽게 방문 가능한 점임.</a:t>
            </a:r>
          </a:p>
        </p:txBody>
      </p:sp>
      <p:sp>
        <p:nvSpPr>
          <p:cNvPr id="3" name="Content Placeholder 2"/>
          <p:cNvSpPr>
            <a:spLocks noGrp="1"/>
          </p:cNvSpPr>
          <p:nvPr>
            <p:ph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지방에서도 수도권 못지않게 화려한 빛의 향연이 이어집니다. 충남 태안 빛축제는 365일 상설 운영되며 해 질 무렵 방문하면 더욱 선명한 빛의 정원을 만날 수 있습니다. 전남 함평 겨울빛축제는 엑스포공원 일대를 대형 조형물로 꾸며 가족 단위 방문객에게 인기가 높습니다. 경북 청도 프로방스는 산타마을 빛축제를 통해 동물농장, 양궁 체험 등 다양한 참여형 콘텐츠와 함께 365일 크리스마스 분위기를 자아냅니다.</a:t>
            </a:r>
          </a:p>
          <a:p>
            <a:pPr>
              <a:defRPr sz="1800"/>
            </a:pPr>
            <a:r>
              <a:t>| 지역 | 축제명 | 기간 | 특징 |</a:t>
            </a:r>
          </a:p>
          <a:p>
            <a:pPr>
              <a:defRPr sz="1800"/>
            </a:pPr>
            <a:r>
              <a:t>| :--- | :--- | :--- | :--- |</a:t>
            </a:r>
          </a:p>
          <a:p>
            <a:pPr>
              <a:defRPr sz="1800"/>
            </a:pPr>
            <a:r>
              <a:t>| 충남 태안 | 태안 빛축제 | 상설 운영 | 라이트 가든 형태 |</a:t>
            </a:r>
          </a:p>
          <a:p>
            <a:pPr>
              <a:defRPr sz="1800"/>
            </a:pPr>
            <a:r>
              <a:t>| 전남 함평 | 함평 겨울빛축제 | 11.28 ~ 01.11 | 엑스포공원 대형 조형물 |</a:t>
            </a:r>
          </a:p>
          <a:p>
            <a:pPr>
              <a:defRPr sz="1800"/>
            </a:pPr>
            <a:r>
              <a:t>| 경북 청도 | 청도산타마을 빛축제 | 05.01 ~ 02.28 | 참여형 콘텐츠 풍부 |</a:t>
            </a:r>
          </a:p>
          <a:p>
            <a:pPr>
              <a:defRPr sz="1800"/>
            </a:pPr>
            <a:r>
              <a:t>| 경남 창원 | 국가산단 미디어아트 | 11.18 ~ 12.01 | 산업단지 내 이색 공연 |</a:t>
            </a:r>
          </a:p>
          <a:p>
            <a:pPr>
              <a:defRPr sz="1800"/>
            </a:pPr>
            <a:r>
              <a:t>• 연중무휴 즐기는 빛의 정원: 특정 기간에 국한되지 않고 상설 운영되어 언제든 방문 가능한 태안 빛축제의 지속적인 매력 제공임.</a:t>
            </a:r>
          </a:p>
          <a:p>
            <a:pPr>
              <a:defRPr sz="1800"/>
            </a:pPr>
            <a:r>
              <a:t>• 광활한 공간의 조형 예술: 함평 엑스포공원의 넓은 부지를 활용하여 여유롭게 테마존을 둘러볼 수 있는 쾌적한 관람 환경임.</a:t>
            </a:r>
          </a:p>
          <a:p>
            <a:pPr>
              <a:defRPr sz="1800"/>
            </a:pPr>
            <a:r>
              <a:t>• 체험과 관람이 결합된 가족형 축제: 청도 프로방스처럼 사진 촬영뿐 아니라 활쏘기, 동물 교감 등 아이들이 직접 참여할 수 있는 요소 배치임.</a:t>
            </a:r>
          </a:p>
          <a:p>
            <a:pPr>
              <a:defRPr sz="1800"/>
            </a:pPr>
            <a:r>
              <a:t>• 산업 현장의 예술적 재해석: 공장 지대라는 이색적인 배경에 미디어 파사드를 입혀 기술과 예술이 만나는 창원만의 독특한 축제임.</a:t>
            </a:r>
          </a:p>
          <a:p>
            <a:pPr>
              <a:defRPr sz="1800"/>
            </a:pPr>
            <a:r>
              <a:t>• 긴 운영 기간을 통한 일정 유연성: 겨울 시즌 내내 운영되는 축제들이 많아 여행 계획을 세울 때 선택의 폭이 넓고 여유로움.</a:t>
            </a:r>
          </a:p>
        </p:txBody>
      </p:sp>
      <p:sp>
        <p:nvSpPr>
          <p:cNvPr id="3" name="Content Placeholder 2"/>
          <p:cNvSpPr>
            <a:spLocks noGrp="1"/>
          </p:cNvSpPr>
          <p:nvPr>
            <p:ph idx="1"/>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제주도와 남도 지역은 그 지역만의 독특한 감성을 담은 마켓을 운영합니다. 제주 바이나흐튼 크리스마스 박물관에서는 50여 개의 부스가 참여하는 마켓이 열려 수공예 제품을 판매합니다. 제주국제컨벤션센터에서 열리는 '산타왔수다'는 지역 소상공인 중심의 소품 마켓으로 선물을 구매하기 좋습니다. 전남 여수의 라테라스 윈터 빌리지는 유럽 감성의 조명과 오르골, 캔들 등 정교한 수공예품으로 로맨틱한 분위기를 자아냅니다.</a:t>
            </a:r>
          </a:p>
          <a:p>
            <a:pPr>
              <a:defRPr sz="1800"/>
            </a:pPr>
            <a:r>
              <a:t>| 명소 | 장소 | 주요 특징 |</a:t>
            </a:r>
          </a:p>
          <a:p>
            <a:pPr>
              <a:defRPr sz="1800"/>
            </a:pPr>
            <a:r>
              <a:t>| :--- | :--- | :--- |</a:t>
            </a:r>
          </a:p>
          <a:p>
            <a:pPr>
              <a:defRPr sz="1800"/>
            </a:pPr>
            <a:r>
              <a:t>| 제주 바이나흐튼 | 서귀포 박물관 일대 | 50여 개 부스, 수공예품 |</a:t>
            </a:r>
          </a:p>
          <a:p>
            <a:pPr>
              <a:defRPr sz="1800"/>
            </a:pPr>
            <a:r>
              <a:t>| 제주 산타왔수다 | 제주국제컨벤션센터 | 소상공인 및 작가 참여 |</a:t>
            </a:r>
          </a:p>
          <a:p>
            <a:pPr>
              <a:defRPr sz="1800"/>
            </a:pPr>
            <a:r>
              <a:t>| 여수 라테라스 | 여수 돌산읍 진모길 | 유럽 감성 조명 및 오르골 |</a:t>
            </a:r>
          </a:p>
          <a:p>
            <a:pPr>
              <a:defRPr sz="1800"/>
            </a:pPr>
            <a:r>
              <a:t>• 박물관과 마켓의 시너지 효과: 크리스마스 역사를 담은 박물관 관람과 동시에 야외 마켓에서 이국적인 소품을 구매하는 특별한 경험임.</a:t>
            </a:r>
          </a:p>
          <a:p>
            <a:pPr>
              <a:defRPr sz="1800"/>
            </a:pPr>
            <a:r>
              <a:t>• 지역 소상공인과의 따뜻한 연결: 제주 지역 작가들이 만든 독특한 소품들을 통해 세상에 하나뿐인 크리스마스 선물을 준비하는 기회임.</a:t>
            </a:r>
          </a:p>
          <a:p>
            <a:pPr>
              <a:defRPr sz="1800"/>
            </a:pPr>
            <a:r>
              <a:t>• 유럽풍 윈터 빌리지의 감성: 여수 바다 인근에서 만나는 유럽 스타일의 조명 장식과 정교한 핸드메이드 캔들이 선사하는 낭만임.</a:t>
            </a:r>
          </a:p>
          <a:p>
            <a:pPr>
              <a:defRPr sz="1800"/>
            </a:pPr>
            <a:r>
              <a:t>• 짧고 강렬한 집중 운영: 제주 '산타왔수다'처럼 며칠간만 집중적으로 열리는 행사의 경우 희소성 있는 상품과 체험의 집중 제공임.</a:t>
            </a:r>
          </a:p>
          <a:p>
            <a:pPr>
              <a:defRPr sz="1800"/>
            </a:pPr>
            <a:r>
              <a:t>• 섬 지역 특색을 살린 분위기: 육지와는 또 다른 제주의 자연 풍광 속에서 즐기는 따뜻하고 평온한 연말 마켓의 분위기 형성임.</a:t>
            </a:r>
          </a:p>
        </p:txBody>
      </p:sp>
      <p:sp>
        <p:nvSpPr>
          <p:cNvPr id="3" name="Content Placeholder 2"/>
          <p:cNvSpPr>
            <a:spLocks noGrp="1"/>
          </p:cNvSpPr>
          <p:nvPr>
            <p:ph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크리스마스를 혼자 보내는 '혼영족'이나 '홈족'을 위한 다양한 혜택과 콘텐츠도 풍성합니다. 영화관에서는 칸막이가 설치된 CGV MYBOX나 넓은 좌석의 WIDE BOX를 통해 타인의 시선 없이 영화에 몰입할 수 있습니다. 또한 크리스마스 한정판 팝콘 통이나 텀블러 같은 굿즈는 기분 전환에 도움을 줍니다. OTT 플랫폼에서는 '러브 액츄얼리' 같은 고전 로맨스부터 '흑백요리사' 같은 최신 화제작까지 집에서 편안하게 정주행할 수 있는 환경을 제공합니다.</a:t>
            </a:r>
          </a:p>
          <a:p>
            <a:pPr>
              <a:defRPr sz="1800"/>
            </a:pPr>
            <a:r>
              <a:t>[시각화: 솔로 크리스마스 콘텐츠 추천]</a:t>
            </a:r>
          </a:p>
          <a:p>
            <a:pPr>
              <a:defRPr sz="1800"/>
            </a:pPr>
            <a:r>
              <a:t>• [영화관]: 특별 좌석(MYBOX) + 싱글 팝콘 세트 + 한정판 굿즈</a:t>
            </a:r>
          </a:p>
          <a:p>
            <a:pPr>
              <a:defRPr sz="1800"/>
            </a:pPr>
            <a:r>
              <a:t>• [홈 정주행]: 넷플릭스(로맨틱 코미디) / 티빙(힐링 예능) / 디즈니+(애니메이션)</a:t>
            </a:r>
          </a:p>
          <a:p>
            <a:pPr>
              <a:defRPr sz="1800"/>
            </a:pPr>
            <a:r>
              <a:t>• [할인 팁]: 통신사 유독 서비스를 통한 구독료 최대 80% 할인</a:t>
            </a:r>
          </a:p>
          <a:p>
            <a:pPr>
              <a:defRPr sz="1800"/>
            </a:pPr>
            <a:r>
              <a:t>• 독립적인 관람 환경의 보장: 양옆 칸막이와 넓은 팔걸이가 있는 특별 좌석을 통해 혼자서도 쾌적하고 편안하게 최신 영화를 감상함.</a:t>
            </a:r>
          </a:p>
          <a:p>
            <a:pPr>
              <a:defRPr sz="1800"/>
            </a:pPr>
            <a:r>
              <a:t>• 굿즈 수집을 통한 소소한 행복: 크리스마스 시즌에만 출시되는 한정판 캐릭터 팝콘 통 등을 구매하며 나만의 연말 분위기를 즐김.</a:t>
            </a:r>
          </a:p>
          <a:p>
            <a:pPr>
              <a:defRPr sz="1800"/>
            </a:pPr>
            <a:r>
              <a:t>• 취향 맞춤형 콘텐츠의 정주행: 로맨스, 스릴러, 애니메이션 등 장르를 불문하고 밀린 드라마나 영화를 따뜻한 이불 속에서 시청함.</a:t>
            </a:r>
          </a:p>
          <a:p>
            <a:pPr>
              <a:defRPr sz="1800"/>
            </a:pPr>
            <a:r>
              <a:t>• 디지털 플랫폼을 통한 소통: 온라인 채팅 기능을 통해 같은 콘텐츠를 보는 친구들과 실시간으로 소통하며 외로움을 해소함.</a:t>
            </a:r>
          </a:p>
          <a:p>
            <a:pPr>
              <a:defRPr sz="1800"/>
            </a:pPr>
            <a:r>
              <a:t>• 경제적인 구독 서비스 활용: 통신사 멤버십이나 구독 플랫폼의 할인 혜택을 챙겨 저렴한 비용으로 다양한 엔터테인먼트를 누림.</a:t>
            </a:r>
          </a:p>
        </p:txBody>
      </p:sp>
      <p:sp>
        <p:nvSpPr>
          <p:cNvPr id="3" name="Content Placeholder 2"/>
          <p:cNvSpPr>
            <a:spLocks noGrp="1"/>
          </p:cNvSpPr>
          <p:nvPr>
            <p:ph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혼자만의 시간을 생산적으로 보내고 싶은 분들을 위해 새로운 취미 시작을 추천합니다. 클래스101과 같은 온라인 강좌를 통해 드로잉, 칵테일 만들기, 스웨터 뜨기 등을 배우며 크리스마스를 의미 있게 보낼 수 있습니다. 또한, 집에서 간편식이나 밀키트를 활용해 특별한 홈파티 음식을 만들어 먹거나, 유명 카페의 시즌 메뉴를 배달시켜 즐기는 것도 좋은 방법입니다. 게임을 즐긴다면 스팀의 '윈터 세일' 기간을 이용해 평소 원하던 게임을 저렴하게 구매해 몰입해 보는 것도 추천합니다.</a:t>
            </a:r>
          </a:p>
          <a:p>
            <a:pPr>
              <a:defRPr sz="1800"/>
            </a:pPr>
            <a:r>
              <a:t>| 활동 | 추천 플랫폼 | 기대 효과 |</a:t>
            </a:r>
          </a:p>
          <a:p>
            <a:pPr>
              <a:defRPr sz="1800"/>
            </a:pPr>
            <a:r>
              <a:t>| :--- | :--- | :--- |</a:t>
            </a:r>
          </a:p>
          <a:p>
            <a:pPr>
              <a:defRPr sz="1800"/>
            </a:pPr>
            <a:r>
              <a:t>| 취미 생활 | 클래스101 | 드로잉, 캘리그라피 등 자기계발 |</a:t>
            </a:r>
          </a:p>
          <a:p>
            <a:pPr>
              <a:defRPr sz="1800"/>
            </a:pPr>
            <a:r>
              <a:t>| 홈파티 음식 | CJ더마켓, 요기요 | 간편식 및 밀키트로 기분 전환 |</a:t>
            </a:r>
          </a:p>
          <a:p>
            <a:pPr>
              <a:defRPr sz="1800"/>
            </a:pPr>
            <a:r>
              <a:t>| 게임 | 스팀, 에픽게임즈 | 윈터 세일 특가로 스트레스 해소 |</a:t>
            </a:r>
          </a:p>
          <a:p>
            <a:pPr>
              <a:defRPr sz="1800"/>
            </a:pPr>
            <a:r>
              <a:t>| 고사양 게임 | 지포스 나우 | 저사양 PC에서도 끊김 없는 플레이 |</a:t>
            </a:r>
          </a:p>
          <a:p>
            <a:pPr>
              <a:defRPr sz="1800"/>
            </a:pPr>
            <a:r>
              <a:t>• 나를 발견하는 새로운 취미 활동: 평소 관심 있던 분야의 강좌를 수강하며 혼자만의 시간에 몰입하고 새해 목표로 이어가는 유익함임.</a:t>
            </a:r>
          </a:p>
          <a:p>
            <a:pPr>
              <a:defRPr sz="1800"/>
            </a:pPr>
            <a:r>
              <a:t>• 오감을 만족시키는 미식 경험: 요리 과정을 즐기거나 맛있는 음식을 나에게 선물하며 소확행을 실천하는 즐거운 식사 시간임.</a:t>
            </a:r>
          </a:p>
          <a:p>
            <a:pPr>
              <a:defRPr sz="1800"/>
            </a:pPr>
            <a:r>
              <a:t>• 할인 시즌을 활용한 게임 구매: 연말 대규모 세일 기간을 놓치지 않고 인기 게임을 구매하여 시간 가는 줄 모르는 몰입감을 느낌.</a:t>
            </a:r>
          </a:p>
          <a:p>
            <a:pPr>
              <a:defRPr sz="1800"/>
            </a:pPr>
            <a:r>
              <a:t>• 장비 제약 없는 쾌적한 플레이: 클라우드 게임 서비스를 이용해 컴퓨터 성능에 관계없이 고화질 게임을 안정적으로 즐기는 편리함임.</a:t>
            </a:r>
          </a:p>
          <a:p>
            <a:pPr>
              <a:defRPr sz="1800"/>
            </a:pPr>
            <a:r>
              <a:t>• 자유로운 선택이 주는 특별함: 누군가에게 맞출 필요 없이 내가 원하는 것만 골라 하며 진정한 휴식을 취하는 주도적인 크리스마스임.</a:t>
            </a:r>
          </a:p>
        </p:txBody>
      </p:sp>
      <p:sp>
        <p:nvSpPr>
          <p:cNvPr id="3" name="Content Placeholder 2"/>
          <p:cNvSpPr>
            <a:spLocks noGrp="1"/>
          </p:cNvSpPr>
          <p:nvPr>
            <p:ph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입장료나 예약 없이도 충분히 아름다운 크리스마스를 즐길 수 있는 장소들이 있습니다. 명동 신세계백화점 본점의 미디어 파사드는 매년 전국적인 화제가 되는 압도적인 영상 쇼를 선보입니다. 또한 인근 롯데백화점 본점의 외벽 장식과 포토존도 명동의 밤을 화려하게 수놓습니다. 실내 명소로는 코엑스 별마당 도서관의 초대형 트리가 있으며, 날씨와 상관없이 이국적인 분위기를 즐기기에 최적입니다.</a:t>
            </a:r>
          </a:p>
          <a:p>
            <a:pPr>
              <a:defRPr sz="1800"/>
            </a:pPr>
            <a:r>
              <a:t>[시각화: 명동/도심 무료 명소 지도]</a:t>
            </a:r>
          </a:p>
          <a:p>
            <a:pPr>
              <a:defRPr sz="1800"/>
            </a:pPr>
            <a:r>
              <a:t>1. [신세계 본점]: 초대형 미디어 파사드 쇼 (17:00~자정)</a:t>
            </a:r>
          </a:p>
          <a:p>
            <a:pPr>
              <a:defRPr sz="1800"/>
            </a:pPr>
            <a:r>
              <a:t>2. [롯데 본점]: 외벽 테마 장식 &amp; 화려한 포토존</a:t>
            </a:r>
          </a:p>
          <a:p>
            <a:pPr>
              <a:defRPr sz="1800"/>
            </a:pPr>
            <a:r>
              <a:t>3. [광화문/청계천]: 서울 빛초롱 축제 &amp; 조형물 전시</a:t>
            </a:r>
          </a:p>
          <a:p>
            <a:pPr>
              <a:defRPr sz="1800"/>
            </a:pPr>
            <a:r>
              <a:t>4. [코엑스 별마당]: 실내 대형 트리 &amp; 서가와 조화</a:t>
            </a:r>
          </a:p>
          <a:p>
            <a:pPr>
              <a:defRPr sz="1800"/>
            </a:pPr>
            <a:r>
              <a:t>• 외벽을 캔버스로 쓰는 영상 예술: 거대한 건물 전체가 스크린이 되어 펼쳐지는 신세계 본점의 미디어 쇼는 연말 필수 관람 코스임.</a:t>
            </a:r>
          </a:p>
          <a:p>
            <a:pPr>
              <a:defRPr sz="1800"/>
            </a:pPr>
            <a:r>
              <a:t>• 화려한 조명 아래 인생샷 남기기: 백화점 주변에 조성된 아기자기한 장식물과 조명들을 배경으로 별도 비용 없이 추억 사진 촬영임.</a:t>
            </a:r>
          </a:p>
          <a:p>
            <a:pPr>
              <a:defRPr sz="1800"/>
            </a:pPr>
            <a:r>
              <a:t>• 도서관 속 거대 트리의 웅장함: 수만 권의 책으로 둘러싸인 별마당 도서관 중앙에 우뚝 솟은 트리가 선사하는 독특한 분위기임.</a:t>
            </a:r>
          </a:p>
          <a:p>
            <a:pPr>
              <a:defRPr sz="1800"/>
            </a:pPr>
            <a:r>
              <a:t>• 추위를 피하는 지능적인 관람: 코엑스처럼 지하 통로와 실내 공간이 잘 연결된 명소를 선택해 따뜻하게 축제 기분을 내는 전략임.</a:t>
            </a:r>
          </a:p>
          <a:p>
            <a:pPr>
              <a:defRPr sz="1800"/>
            </a:pPr>
            <a:r>
              <a:t>• 도심 야간 산책의 즐거움: 시원한 겨울 공기를 마시며 청계천이나 광화문 일대의 빛 조형물들을 자유롭게 관람하는 여유로움임.</a:t>
            </a:r>
          </a:p>
        </p:txBody>
      </p:sp>
      <p:sp>
        <p:nvSpPr>
          <p:cNvPr id="3" name="Content Placeholder 2"/>
          <p:cNvSpPr>
            <a:spLocks noGrp="1"/>
          </p:cNvSpPr>
          <p:nvPr>
            <p:ph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인기 명소를 방문하려면 철저한 준비가 필요합니다. 더현대 서울이나 잠실 롯데월드몰 등은 사전 예약이 필수인 경우가 많으므로 공식 SNS나 카카오톡 채널 알림을 켜두어야 합니다. 예약을 놓쳤다면 평일 오후 3~4시에 방문하여 낮 풍경을 보고, 해가 지는 5시 30분경 점등되는 순간을 포착한 뒤 빠르게 빠져나오는 것이 인파를 피하는 전략입니다. 또한, 식당 예약은 캐치테이블이나 네이버 예약의 '빈자리 알림' 기능을 활용하는 것이 현명합니다.</a:t>
            </a:r>
          </a:p>
          <a:p>
            <a:pPr>
              <a:defRPr sz="1800"/>
            </a:pPr>
            <a:r>
              <a:t>| 전략 항목 | 내용 | 비고 |</a:t>
            </a:r>
          </a:p>
          <a:p>
            <a:pPr>
              <a:defRPr sz="1800"/>
            </a:pPr>
            <a:r>
              <a:t>| :--- | :--- | :--- |</a:t>
            </a:r>
          </a:p>
          <a:p>
            <a:pPr>
              <a:defRPr sz="1800"/>
            </a:pPr>
            <a:r>
              <a:t>| 알림 설정 | 인스타그램, 카카오톡 채널 팔로우 | 예약 오픈 시점 선점 필수 |</a:t>
            </a:r>
          </a:p>
          <a:p>
            <a:pPr>
              <a:defRPr sz="1800"/>
            </a:pPr>
            <a:r>
              <a:t>| 방문 시간 | 평일 오후 3시~4시 방문 | 점등 순간 관람 후 빠른 퇴장 |</a:t>
            </a:r>
          </a:p>
          <a:p>
            <a:pPr>
              <a:defRPr sz="1800"/>
            </a:pPr>
            <a:r>
              <a:t>| 현장 대기 | 오전 10:30~11:30경 등록 | 100팀당 약 1시간 소요 예상 |</a:t>
            </a:r>
          </a:p>
          <a:p>
            <a:pPr>
              <a:defRPr sz="1800"/>
            </a:pPr>
            <a:r>
              <a:t>| 식당 예약 | 캐치테이블, 네이버 예약 활용 | 빈자리 알림 신청 권장 |</a:t>
            </a:r>
          </a:p>
          <a:p>
            <a:pPr>
              <a:defRPr sz="1800"/>
            </a:pPr>
            <a:r>
              <a:t>| 준비물 | 붙이는 핫팩, 장갑, 보조배터리 | 야외 대기 시 체온 유지 필수 |</a:t>
            </a:r>
          </a:p>
          <a:p>
            <a:pPr>
              <a:defRPr sz="1800"/>
            </a:pPr>
            <a:r>
              <a:t>• 정보 선점을 위한 디지털 무장: 가고 싶은 명소의 공식 채널을 모두 팔로우하여 예약 일정을 1분 1초라도 빠르게 파악하는 기민함임.</a:t>
            </a:r>
          </a:p>
          <a:p>
            <a:pPr>
              <a:defRPr sz="1800"/>
            </a:pPr>
            <a:r>
              <a:t>• 인파를 이기는 역발상 방문: 주말보다는 평일을, 밤보다는 늦은 오후를 선택해 쾌적하게 사진을 찍고 관람하는 지혜로운 행동임.</a:t>
            </a:r>
          </a:p>
          <a:p>
            <a:pPr>
              <a:defRPr sz="1800"/>
            </a:pPr>
            <a:r>
              <a:t>• 기다림을 줄이는 예약 기술: 현장 QR 대기를 위해 오픈 시간에 맞춰 도착하거나 패스트패스 같은 유료 옵션을 적절히 활용함.</a:t>
            </a:r>
          </a:p>
          <a:p>
            <a:pPr>
              <a:defRPr sz="1800"/>
            </a:pPr>
            <a:r>
              <a:t>• 추위로부터 나를 지키는 대비: 야외 마켓은 체감 온도가 매우 낮으므로 핫팩을 여러 군데 붙이고 방한용품을 완벽히 갖추는 준비성임.</a:t>
            </a:r>
          </a:p>
          <a:p>
            <a:pPr>
              <a:defRPr sz="1800"/>
            </a:pPr>
            <a:r>
              <a:t>• 미식과 관람의 완벽한 조화: 주변 맛집을 미리 예약해 두어 관람 후 헤매지 않고 바로 따뜻한 식사를 즐길 수 있는 철저한 계획임.</a:t>
            </a:r>
          </a:p>
        </p:txBody>
      </p:sp>
      <p:sp>
        <p:nvSpPr>
          <p:cNvPr id="3" name="Content Placeholder 2"/>
          <p:cNvSpPr>
            <a:spLocks noGrp="1"/>
          </p:cNvSpPr>
          <p:nvPr>
            <p:ph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지방에는 아이들의 동심을 자극할 이색 테마 마을이 많습니다. 경북 봉화의 분천역 산타마을은 실제 기차역이 산타 테마로 꾸며져 있으며, 산타 열차 탑승과 알파카 먹이 주기 체험을 할 수 있습니다. 전북 임실의 치즈테마파크에서는 치즈 체험과 함께 산타 축제 퍼레이드, 썰매장을 동시에 즐길 수 있어 가족 단위 방문객에게 인기가 높습니다. 대전의 오월드는 야간 개장을 통해 화려한 빛의 세계를 선보이며 인근 백화점의 미디어 파사드와 연계한 코스가 좋습니다.</a:t>
            </a:r>
          </a:p>
          <a:p>
            <a:pPr>
              <a:defRPr sz="1800"/>
            </a:pPr>
            <a:r>
              <a:t>[시각화: 아이 동반 추천 지역 명소]</a:t>
            </a:r>
          </a:p>
          <a:p>
            <a:pPr>
              <a:defRPr sz="1800"/>
            </a:pPr>
            <a:r>
              <a:t>• [경북 봉화]: 분천역 산타마을 (기차 여행 + 알파카 체험)</a:t>
            </a:r>
          </a:p>
          <a:p>
            <a:pPr>
              <a:defRPr sz="1800"/>
            </a:pPr>
            <a:r>
              <a:t>• [전북 임실]: 치즈테마파크 (치즈 요리 + 산타 축제)</a:t>
            </a:r>
          </a:p>
          <a:p>
            <a:pPr>
              <a:defRPr sz="1800"/>
            </a:pPr>
            <a:r>
              <a:t>• [대구 엑스코]: 크리스마스 페어 (실내 소품 박람회)</a:t>
            </a:r>
          </a:p>
          <a:p>
            <a:pPr>
              <a:defRPr sz="1800"/>
            </a:pPr>
            <a:r>
              <a:t>• [경기 용인]: 에버랜드 &amp; 한국민속촌 (놀이기구 + 이색 체험)</a:t>
            </a:r>
          </a:p>
          <a:p>
            <a:pPr>
              <a:defRPr sz="1800"/>
            </a:pPr>
            <a:r>
              <a:t>• 기차 여행과 산타의 낭만: 실제 기차역을 배경으로 산타 할아버지를 만나는 이색적인 경험을 통해 아이들에게 잊지 못할 추억 선사임.</a:t>
            </a:r>
          </a:p>
          <a:p>
            <a:pPr>
              <a:defRPr sz="1800"/>
            </a:pPr>
            <a:r>
              <a:t>• 오감을 자극하는 체험 활동: 치즈를 직접 만들거나 동물에게 먹이를 주는 활동을 축제와 결합해 아이들의 교육과 재미를 동시에 잡음.</a:t>
            </a:r>
          </a:p>
          <a:p>
            <a:pPr>
              <a:defRPr sz="1800"/>
            </a:pPr>
            <a:r>
              <a:t>• 날씨 걱정 없는 실내 행사: 대구 엑스코처럼 대규모 실내 공간에서 열리는 페어는 추운 날씨에도 아이들이 안전하고 따뜻하게 즐김.</a:t>
            </a:r>
          </a:p>
          <a:p>
            <a:pPr>
              <a:defRPr sz="1800"/>
            </a:pPr>
            <a:r>
              <a:t>• 화려한 볼거리와 활동의 조화: 조명 쇼를 관람한 후 썰매를 타거나 놀이기구를 이용하는 등 활동적인 아이들에게 최적화된 코스임.</a:t>
            </a:r>
          </a:p>
          <a:p>
            <a:pPr>
              <a:defRPr sz="1800"/>
            </a:pPr>
            <a:r>
              <a:t>• 캐릭터와 함께하는 동화 속 세상: 아이들이 좋아하는 캐릭터와 협업한 조형물 앞에서 사진을 찍으며 상상력을 자극하는 공간의 제공임.</a:t>
            </a:r>
          </a:p>
        </p:txBody>
      </p:sp>
      <p:sp>
        <p:nvSpPr>
          <p:cNvPr id="3" name="Content Placeholder 2"/>
          <p:cNvSpPr>
            <a:spLocks noGrp="1"/>
          </p:cNvSpPr>
          <p:nvPr>
            <p:ph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충청 지역에서도 다채로운 크리스마스 행사가 열립니다. 대전 유성구의 유림공원에서는 크리스마스 소품 마켓과 먹거리 부스, 체험 프로그램이 어우러진 축제가 열려 자녀와 방문하기 좋습니다. 세종시의 이응다리 남측 광장에서는 '빛의 트리숲' 마켓이 조성되어 디제잉 파티와 버스킹 공연이 축제 분위기를 더합니다. 강원도는 자연 설경과 어우러진 리조트 중심의 행사들이 많으며, 세종의 경우 주말 저녁 시간대에만 마켓이 열리므로 일정을 확인해야 합니다.</a:t>
            </a:r>
          </a:p>
          <a:p>
            <a:pPr>
              <a:defRPr sz="1800"/>
            </a:pPr>
            <a:r>
              <a:t>| 지역 | 장소 | 주요 내용 |</a:t>
            </a:r>
          </a:p>
          <a:p>
            <a:pPr>
              <a:defRPr sz="1800"/>
            </a:pPr>
            <a:r>
              <a:t>| :--- | :--- | :--- |</a:t>
            </a:r>
          </a:p>
          <a:p>
            <a:pPr>
              <a:defRPr sz="1800"/>
            </a:pPr>
            <a:r>
              <a:t>| 대전 유성 | 유림공원 동편 광장 | 소품 마켓, 체험 프로그램 |</a:t>
            </a:r>
          </a:p>
          <a:p>
            <a:pPr>
              <a:defRPr sz="1800"/>
            </a:pPr>
            <a:r>
              <a:t>| 세종 | 이응다리 남측 광장 | 빛의 트리숲, 디제잉 파티 |</a:t>
            </a:r>
          </a:p>
          <a:p>
            <a:pPr>
              <a:defRPr sz="1800"/>
            </a:pPr>
            <a:r>
              <a:t>| 충남 태안 | 네이처월드 | 365일 상설 빛축제 |</a:t>
            </a:r>
          </a:p>
          <a:p>
            <a:pPr>
              <a:defRPr sz="1800"/>
            </a:pPr>
            <a:r>
              <a:t>• 온천과 함께 즐기는 연말 축제: 유성온천 인근에서 열리는 마켓을 즐기고 따뜻한 온천으로 피로를 푸는 일석이조의 겨울 여행 코스임.</a:t>
            </a:r>
          </a:p>
          <a:p>
            <a:pPr>
              <a:defRPr sz="1800"/>
            </a:pPr>
            <a:r>
              <a:t>• 예술적 공연이 어우러진 광장: 디제잉과 버스킹 음악이 흐르는 트리 숲 사이를 걸으며 트렌디한 연말 감성을 느낄 수 있는 세종의 명소임.</a:t>
            </a:r>
          </a:p>
          <a:p>
            <a:pPr>
              <a:defRPr sz="1800"/>
            </a:pPr>
            <a:r>
              <a:t>• 자연 속 빛의 향연: 도심을 벗어나 드넓은 공간에서 펼쳐지는 조명 예술을 감상하며 힐링할 수 있는 충청 지역만의 쾌적한 축제임.</a:t>
            </a:r>
          </a:p>
          <a:p>
            <a:pPr>
              <a:defRPr sz="1800"/>
            </a:pPr>
            <a:r>
              <a:t>• 가족 나들이에 최적화된 구성: 먹거리, 살 거리, 체험 거리를 한곳에 모아 부모와 아이가 모두 만족할 수 있는 세심한 프로그램 배치임.</a:t>
            </a:r>
          </a:p>
          <a:p>
            <a:pPr>
              <a:defRPr sz="1800"/>
            </a:pPr>
            <a:r>
              <a:t>• 주말 집중 운영 전략: 평일에는 조용히 조명을 감상하고 주말에는 활기찬 마켓과 공연을 즐길 수 있도록 차별화된 운영 일정임.</a:t>
            </a:r>
          </a:p>
        </p:txBody>
      </p:sp>
      <p:sp>
        <p:nvSpPr>
          <p:cNvPr id="3" name="Content Placeholder 2"/>
          <p:cNvSpPr>
            <a:spLocks noGrp="1"/>
          </p:cNvSpPr>
          <p:nvPr>
            <p:ph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광화문 마켓은 총 20일간 3개 시즌으로 나뉘어 각기 다른 매력을 선보입니다. 1차(12/12~18), 2차(12/19~24), 3차(12/25~31)로 구분되며, 시즌이 바뀔 때마다 참여 팀이나 일부 구성에 변화를 주어 재방문을 유도합니다. 특히 축제의 대미를 장식하는 12월 31일에는 자정까지 연장 운영되며 새해 카운트다운 행사가 열려 시민들과 함께 한 해를 마무리하고 새해를 맞이하는 뜻깊은 시간을 가집니다.</a:t>
            </a:r>
          </a:p>
          <a:p>
            <a:pPr>
              <a:defRPr sz="1800"/>
            </a:pPr>
            <a:r>
              <a:t>[시각화: 광화문 마켓 시즌별 운영 계획]</a:t>
            </a:r>
          </a:p>
          <a:p>
            <a:pPr>
              <a:defRPr sz="1800"/>
            </a:pPr>
            <a:r>
              <a:t>• 1차 시즌 (12/12 ~ 12/18): 크리스마스 오프닝 &amp; 초기 마켓 활성화</a:t>
            </a:r>
          </a:p>
          <a:p>
            <a:pPr>
              <a:defRPr sz="1800"/>
            </a:pPr>
            <a:r>
              <a:t>• 2차 시즌 (12/19 ~ 12/24): 성탄절 맞이 집중 행사 &amp; 퍼포먼스</a:t>
            </a:r>
          </a:p>
          <a:p>
            <a:pPr>
              <a:defRPr sz="1800"/>
            </a:pPr>
            <a:r>
              <a:t>• 3차 시즌 (12/25 ~ 12/31): 연말 마무리 &amp; 12/31 새해 카운트다운</a:t>
            </a:r>
          </a:p>
          <a:p>
            <a:pPr>
              <a:defRPr sz="1800"/>
            </a:pPr>
            <a:r>
              <a:t>• 상설 공간: 대형 트리, 산타 하우스 포토존, 먹거리 부스</a:t>
            </a:r>
          </a:p>
          <a:p>
            <a:pPr>
              <a:defRPr sz="1800"/>
            </a:pPr>
            <a:r>
              <a:t>• 지속적인 변화를 주는 시즌제 운영: 20일의 기간 동안 판매자와 품목에 변화를 주어 방문할 때마다 새로운 재미를 느낄 수 있도록 기획함.</a:t>
            </a:r>
          </a:p>
          <a:p>
            <a:pPr>
              <a:defRPr sz="1800"/>
            </a:pPr>
            <a:r>
              <a:t>• 밤늦게까지 이어지는 연말의 열기: 마지막 날 자정까지 운영 시간을 연장해 도심 속에서 새해를 맞이하려는 수많은 인파를 수용함.</a:t>
            </a:r>
          </a:p>
          <a:p>
            <a:pPr>
              <a:defRPr sz="1800"/>
            </a:pPr>
            <a:r>
              <a:t>• 공연과 쇼가 결합된 멀티 축제: 단순히 물건을 파는 것을 넘어 재즈 밴드 공연과 LED 라이트 쇼 등을 배치해 축제의 질을 높임.</a:t>
            </a:r>
          </a:p>
          <a:p>
            <a:pPr>
              <a:defRPr sz="1800"/>
            </a:pPr>
            <a:r>
              <a:t>• 대규모 인원이 검증한 명품 축제: 작년 160만 명 방문 기록을 바탕으로 더욱 체계적이고 안전한 운영을 도모하는 서울의 대표 행사임.</a:t>
            </a:r>
          </a:p>
          <a:p>
            <a:pPr>
              <a:defRPr sz="1800"/>
            </a:pPr>
            <a:r>
              <a:t>• 소통과 화합의 카운트다운: 광장에 모인 시민들이 한목소리로 숫자를 외치며 새해를 맞이하는 감동적인 공동체적 경험의 제공임.</a:t>
            </a:r>
          </a:p>
        </p:txBody>
      </p:sp>
      <p:sp>
        <p:nvSpPr>
          <p:cNvPr id="3" name="Content Placeholder 2"/>
          <p:cNvSpPr>
            <a:spLocks noGrp="1"/>
          </p:cNvSpPr>
          <p:nvPr>
            <p:ph idx="1"/>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즐거운 나들이가 고생길이 되지 않으려면 철저한 준비가 필요합니다. 야외 마켓은 체감 온도가 영하로 떨어지는 경우가 많으므로 얇은 옷을 여러 벌 겹쳐 입는 것이 실내외 온도 차에 대응하기 좋습니다. 특히 등과 배에 붙이는 핫팩은 체온 유지를 위한 필수 아이템이며, 장갑이 없으면 사진 촬영 시 손이 얼어 스마트폰 조작이 어려울 수 있습니다. 또한 대기 시간이 길어질 것에 대비해 따뜻한 물을 담은 텀블러와 간단한 간식을 챙기는 것을 권장합니다.</a:t>
            </a:r>
          </a:p>
          <a:p>
            <a:pPr>
              <a:defRPr sz="1800"/>
            </a:pPr>
            <a:r>
              <a:t>[시각화: 방한 및 방문 필수 템]</a:t>
            </a:r>
          </a:p>
          <a:p>
            <a:pPr>
              <a:defRPr sz="1800"/>
            </a:pPr>
            <a:r>
              <a:t>1. [의류]: 겹쳐 입기(레이어드) + 목도리 + 장갑</a:t>
            </a:r>
          </a:p>
          <a:p>
            <a:pPr>
              <a:defRPr sz="1800"/>
            </a:pPr>
            <a:r>
              <a:t>2. [장비]: 붙이는 핫팩 + 휴대용 보조배터리</a:t>
            </a:r>
          </a:p>
          <a:p>
            <a:pPr>
              <a:defRPr sz="1800"/>
            </a:pPr>
            <a:r>
              <a:t>3. [간식]: 따뜻한 물(텀블러) + 초콜릿 등 열량 간식</a:t>
            </a:r>
          </a:p>
          <a:p>
            <a:pPr>
              <a:defRPr sz="1800"/>
            </a:pPr>
            <a:r>
              <a:t>4. [어플]: 캐치테이블(식당) + 네이버 맵(실시간 교통)</a:t>
            </a:r>
          </a:p>
          <a:p>
            <a:pPr>
              <a:defRPr sz="1800"/>
            </a:pPr>
            <a:r>
              <a:t>• 체온 유지를 위한 전략적 코디: 실내외를 빈번하게 오가는 축제의 특성을 고려해 입고 벗기 편한 얇은 옷을 겹쳐 입는 실용성임.</a:t>
            </a:r>
          </a:p>
          <a:p>
            <a:pPr>
              <a:defRPr sz="1800"/>
            </a:pPr>
            <a:r>
              <a:t>• 작지만 강한 핫팩의 활용: 신체의 온도를 효율적으로 올려주는 위치에 핫팩을 부착해 장시간 야외 대기에도 견딜 수 있는 방한 대책임.</a:t>
            </a:r>
          </a:p>
          <a:p>
            <a:pPr>
              <a:defRPr sz="1800"/>
            </a:pPr>
            <a:r>
              <a:t>• 디지털 기기 관리를 위한 대비: 추운 날씨에는 배터리 소모가 빠르므로 사진 촬영과 예약을 위해 보조배터리를 반드시 지참함.</a:t>
            </a:r>
          </a:p>
          <a:p>
            <a:pPr>
              <a:defRPr sz="1800"/>
            </a:pPr>
            <a:r>
              <a:t>• 수분 및 에너지 보충의 중요성: 웨이팅 중 당이 떨어지거나 갈증이 날 때를 대비해 개인용 간식과 온수를 준비하는 꼼꼼함임.</a:t>
            </a:r>
          </a:p>
          <a:p>
            <a:pPr>
              <a:defRPr sz="1800"/>
            </a:pPr>
            <a:r>
              <a:t>• 안전하고 즐거운 관람의 기초: 방한 대책이 완벽할 때 비로소 추위에 방해받지 않고 축제의 아름다운 풍경을 온전히 감상 가능함.</a:t>
            </a:r>
          </a:p>
        </p:txBody>
      </p:sp>
      <p:sp>
        <p:nvSpPr>
          <p:cNvPr id="3" name="Content Placeholder 2"/>
          <p:cNvSpPr>
            <a:spLocks noGrp="1"/>
          </p:cNvSpPr>
          <p:nvPr>
            <p:ph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pPr>
            <a:r>
              <a:t>2025년 크리스마스는 풍부한 스토리텔링과 화려한 시각 효과가 결합된 역대급 규모의 행사들이 전국을 채우고 있습니다. 서울의 도심 대형 마켓부터 부산의 드론 쇼, 그리고 지방의 이색 산타 마을까지 방문객들은 각자의 취향에 맞는 장소를 선택할 수 있습니다. 사전 예약 시스템과 현장 웨이팅 전략을 잘 활용한다면 인파 속에서도 충분히 낭만적인 연말을 보낼 수 있습니다. 이번 가이드를 통해 사랑하는 사람들과 혹은 나 자신을 위한 특별한 크리스마스 추억을 만드시길 바랍니다.</a:t>
            </a:r>
          </a:p>
          <a:p>
            <a:pPr>
              <a:defRPr sz="1800"/>
            </a:pPr>
            <a:r>
              <a:t>[시각화: 지역별 크리스마스 테마 요약]</a:t>
            </a:r>
          </a:p>
          <a:p>
            <a:pPr>
              <a:defRPr sz="1800"/>
            </a:pPr>
            <a:r>
              <a:t>• [서울]: 예약 전쟁 &amp; 화려한 도심 마켓 (더현대, 광화문, 잠실)</a:t>
            </a:r>
          </a:p>
          <a:p>
            <a:pPr>
              <a:defRPr sz="1800"/>
            </a:pPr>
            <a:r>
              <a:t>• [경기]: 테마파크 &amp; 빛의 정원 (에버랜드, 서울랜드, 시몬스)</a:t>
            </a:r>
          </a:p>
          <a:p>
            <a:pPr>
              <a:defRPr sz="1800"/>
            </a:pPr>
            <a:r>
              <a:t>• [부산]: 바다 &amp; 첨단 기술의 조화 (광안리 드론쇼, 영화의전당)</a:t>
            </a:r>
          </a:p>
          <a:p>
            <a:pPr>
              <a:defRPr sz="1800"/>
            </a:pPr>
            <a:r>
              <a:t>• [지방]: 이색 체험 &amp; 산타 마을 (봉화, 임실, 청도, 제주)</a:t>
            </a:r>
          </a:p>
          <a:p>
            <a:pPr>
              <a:defRPr sz="1800"/>
            </a:pPr>
            <a:r>
              <a:t>• 다채로운 선택지가 제공하는 즐거움: 각 지역의 특색을 살린 개성 넘치는 축제들이 마련되어 매주 다른 곳을 방문해도 새로운 재미임.</a:t>
            </a:r>
          </a:p>
          <a:p>
            <a:pPr>
              <a:defRPr sz="1800"/>
            </a:pPr>
            <a:r>
              <a:t>• 스마트한 관람 문화의 정착: 디지털 예약 시스템과 실시간 정보 공유를 통해 더욱 편리하고 계획적인 축제 관람이 가능해진 환경임.</a:t>
            </a:r>
          </a:p>
          <a:p>
            <a:pPr>
              <a:defRPr sz="1800"/>
            </a:pPr>
            <a:r>
              <a:t>• 모두를 포용하는 축제의 범위: 아이부터 어른, 커플부터 혼영족까지 소외되지 않고 즐길 수 있는 다양한 프로그램의 공존임.</a:t>
            </a:r>
          </a:p>
          <a:p>
            <a:pPr>
              <a:defRPr sz="1800"/>
            </a:pPr>
            <a:r>
              <a:t>• 지역 경제와 상생하는 연말 문화: 소상공인 마켓과 지역 특산물 체험을 통해 축제가 지역 발전에도 기여하는 긍정적인 순환임.</a:t>
            </a:r>
          </a:p>
          <a:p>
            <a:pPr>
              <a:defRPr sz="1800"/>
            </a:pPr>
            <a:r>
              <a:t>• 영원히 기억될 쿼드러플 크리스마스: 100년 만의 특별한 숫자가 겹치는 해에 즐기는 축제인 만큼 더욱 각별하고 소중한 기억의 기록임.</a:t>
            </a:r>
          </a:p>
        </p:txBody>
      </p:sp>
      <p:sp>
        <p:nvSpPr>
          <p:cNvPr id="3" name="Content Placeholder 2"/>
          <p:cNvSpPr>
            <a:spLocks noGrp="1"/>
          </p:cNvSpPr>
          <p:nvPr>
            <p:ph idx="1"/>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